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"In Korean, 사이(sai) means the space between — between two people, between two time zones, between what you meant and what they read. So we wrote it S·AI." 세 기둥으로 이어갑니다 — Space(7개 언어·국경) · Sync(시차·회의 시간·퇴근 예약) · Style(긴급도·문체·용어집). 셋 다 뒤 슬라이드에서 화면으로 증명합니다. 로고의 두 바가 어긋났다 정렬되는 것이 이 제품이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말을 아낍니다. 두 번째 줄이 핵심입니다 — 톤 문제가 아니라 지시 내용이 바뀐 실측 사례입니다.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구도를 "품질"이 아니라 "검증 유무"로 잡습니다. 품질로 싸우면 증명할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지점 = 작성 / 수신 / 발송. 하나의 확장 안에서 전부 일어납니다.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영상만 재생합니다. 말을 얹으면 화면을 안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한 줄입니다 — 정중함과 정확함 중 하나를 골라야 한다면 우리는 정확함을 택했습니다. "완곡한 쪽이 낫다"는 전제도 검증했습니다: 미국·호주·캐나다는 세계에서 가장 저맥락(low-context) 문화입니다(에린 마이어 컬처맵). 실제 비즈니스 가이드도 "직설이냐 정중이냐"가 아니라 "정중하되 마감을 구체적으로"를 권합니다. 한계도 같이 말합니다: 우리가 상정한 상대는 함께 일하는 해외 팀이지 영업 대상 고객이 아닙니다. 관계 유형(동료/협력사/고객) 축은 아직 없고, 12번 슬라이드에 v2 1순위로 적어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덱에서 가장 강한 슬라이드입니다. 전부 실측 사례라 구체적으로 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 질문이 나오면 이 슬라이드로 돌아옵니다.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로드맵을 앞당겼다는 점을 강조합니다. 대시보드는 목업이 아니라 실데이터입니다.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질문이 나오면: OpenAI gpt-4o를 씁니다. 개발 중에는 한도 때문에 Gemini로 붙여 두었다가, 교체 지점이 한 파일이라 프롬프트와 검증 로직은 그대로 두고 provider만 바꿨습니다. 키가 확장에 있느냐는 질문에는: 확장이 가진 것은 로그인 토큰뿐이고 키는 서버에만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물으면 출처를 그대로 읽습니다. 실사용자 데이터는 없다고 답합니다 — 10일 해커톤입니다.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공격이 아니라 대화가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5740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4028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 · AI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822960" y="40416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업무 메시지 AI 교정 크롬 확장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4인  ·  10일  ·  2026.08.12 — 08.21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됐는데, 관계가 상했다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4871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5848" y="2487168"/>
            <a:ext cx="5272888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700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9443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오늘까지 배포해야 합니다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70168" y="2633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70168" y="28895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rollout must be completed today.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370168" y="32826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명령·질책으로 읽힘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587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5848" y="3858768"/>
            <a:ext cx="5272888" cy="1170432"/>
          </a:xfrm>
          <a:prstGeom prst="rect">
            <a:avLst/>
          </a:prstGeom>
          <a:solidFill>
            <a:srgbClr val="FDE8EC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041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97280" y="43159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기획서도 확인 부탁드려요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70168" y="40050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70168" y="42611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review the product spec.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0168" y="46542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다른 문서를 검토함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줄은 실측이다.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「기획서」를 서로 다른 번역기가 product spec · project plan으로 옮겼다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톤이 아니라 무엇을 하라는지가 바뀌었다.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기존 도구로 안 되나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"틀리지 않았는지"를 확인하지 않는다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번역기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변환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톤·긴급도·상대 맥락이 없다. 결과를 검증하지 않는다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문법 교정기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 다듬기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사이에서 생기는 오해는 다루지 않는다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챗봇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되지만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옮겨야 하고, 회사 메시지를 붙여넣어야 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창에서, 보내기 전에, 검증까지.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지점에서 끼어든다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보내기 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 · 긴급도 · 역번역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긴급도를 1차 판정하고, 상대에게 어떻게 읽히는지 되돌려 보여준다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받은 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해독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직역 / 실제 의도 / 체감 긴급도 / 요구 행동 네 축으로 푼다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보낼 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· 예약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현지 시각과 공휴일을 보고 보낼 때를 제안한다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고쳐 주는 게 아니라, 보내기 전에 한 번 더 보여줍니다.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→ 클릭 → 확인 → 적용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5775" cy="301752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3703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 시연 영상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시 이 자리에 영상을 삽입한다. 재생 중에는 설명하지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설계 판단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무조건 공손하게 풀지 않는가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99339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GPT에게 우리 결과와 다른 번역기를 나란히 놓고 채점시켰다. 원문: "배포는 반드시 오늘까지 해야 합니다."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5135728" cy="11887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S·AI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0704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deployment must be completed by the end of today.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2/5  ·  긴급성 5/5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487168"/>
            <a:ext cx="5135728" cy="118872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0752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다른 번역기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70752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ensure that the deployment is completed... appreciate your understanding.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70752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5/5  ·  긴급성 3/5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767328"/>
            <a:ext cx="1051560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767328"/>
            <a:ext cx="795528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02536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OFF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21628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49644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4118823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4118823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74520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02536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must be completed by today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49644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 need to deploy this by today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4685751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685751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74520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02536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could you ensure… by today when you get a chance?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21628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9644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Hey, could you make sure to deploy this by today?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" y="5435559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5344119"/>
            <a:ext cx="102348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강도는 사용자가 고른다 —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긴급도는 압박을, 캐주얼은 격식을 정한다. 마감(by today)은 네 칸 모두에 살아 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" y="5760720"/>
            <a:ext cx="50292" cy="658368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0704" y="5724144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정중함과 정확함 중 하나를 골라야 한다면, 우리는 정확함을 택했습니다.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핵심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AI를 믿지 않습니다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105457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전부 개발 중 실제로 잡은 결함과 그에 대한 방어다.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1518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역번역이 내 언어로 안 오면 감춘다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66360" y="2615184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한→중 교정에서 역번역이 중국어로 나왔다. 내가 확인하려고 보는 칸인데 확인이 불가능해진다.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236976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6499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이름·호칭을 만들면 경고한다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66360" y="3364992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수신자 「싱싱」이 중국어 교정에서 上晦先生/女士로 바뀌었다 — 없는 한자 이름과 성별 미상 호칭.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986784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14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지어낸 마감·회의를 막는다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6360" y="4114800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하지 않은 약속을 만들면 대괄호 자리표시자로 비워 두고, 코드가 원문과 대조한다.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646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실패했다고 쓴다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66360" y="4864608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원문을 그대로 두고 「교정하지 못했어요」를 띄운다. 번역 안 된 문장을 결과처럼 보여주지 않는다.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5486400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49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확률적입니다. 그래서 프롬프트로 부탁하지 않고, 결과를 코드가 검사합니다.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신뢰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하는 것으로 지킨다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7860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Retention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283464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본문을 서버·DB·로그에 저장하지 않는다. 올라가는 것은 정수 카운트뿐이고, 전용 테스트가 이를 강제한다.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53872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국가로 사람을 판단하지 않는다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379476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참고하는 것은 「국민성」이 아니라 언어 사용 관례다. 코드 수준 금지 규칙으로 박아 두었다.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49884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7008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사람에게 점수를 매기지 않는다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07008" y="475488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가이드는 고정된 서술형 태그뿐, 숫자·등급·순위가 없다.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본문을 안 받으면 유출될 것도 없습니다.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· 로드맵을 앞당김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팀에 쌓인 마찰이 숫자가 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10545775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8600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 Index  =  100 − ( 마찰 ÷ 다듬은 메시지 ) × 100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063240"/>
            <a:ext cx="3332378" cy="1783080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긍정 신호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78992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78992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명확한 요청으로 교정됨 · 예약 제안 수락 · 민감정보 전송을 막음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29658" y="3063240"/>
            <a:ext cx="3332378" cy="178308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5690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마찰 신호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85690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85690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 소지 표현 · 하소연 · 오프타임 강행 · 긴급도 불일치 · 기한 누락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36357" y="3063240"/>
            <a:ext cx="3332378" cy="17830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2389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집계 단위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92389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· 조직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92389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개인별로 나뉘지 않는다. 누가 냈는지는 저장하지 않는다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이미 내리고 있던 판정을 세는 것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 — 새 추론을 만들지 않았다.  명세는 이 기능을 v2로 잡았지만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기간에 구현·배포했다.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아키텍처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호출, 교체 가능한 모델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크롬 확장 (MV3)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In-page 팝업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Panel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· Vite 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8348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Functions  /refineV1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/teamV1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Firestore  카운트·용어집만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2651760" cy="1737360"/>
          </a:xfrm>
          <a:prstGeom prst="rect">
            <a:avLst/>
          </a:prstGeom>
          <a:solidFill>
            <a:srgbClr val="FFEFE5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2596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15400" y="29260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(교체 가능)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2336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023360" y="28346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call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4389120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297680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통합 호출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교정·긴급도·역번역·용어집·누락 검사를 한 번에 받는다.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919472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4828032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한도에 걸려도 멈추지 않는다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OpenAI. 한도에 걸리면 Gemini → gpt-4.1로 자동으로 넘어간다. 같은 payload·같은 반환 계약을 쓰기 때문이고, 어느 쪽이 답했는지는 응답에 남는다.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449824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58384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확장에 없다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확장이 가진 것은 로그인 토큰뿐이고 LLM 키는 서버에만 있다. 서버가 토큰을 검증하고 사용자별 일일 상한까지 센다.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5980176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5888736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코어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로직이 네트워크를 모르는 순수 함수라 확장과 서버가 같은 코드를 쓴다.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전부 출처가 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773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통과 / 0 실패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7984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27984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언어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7984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zh ja de fr es ko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52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태스크 구현·배포 완료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3008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docs/Tasks.md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8031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938031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저장된 메시지 본문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38031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test/zeroRetention.test.js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solidFill>
            <a:srgbClr val="FFEFE5"/>
          </a:solidFill>
          <a:ln w="12700">
            <a:solidFill>
              <a:srgbClr val="FFEF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구현 완료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C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진행 중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「버그 0」이라고 쓰지 않는다.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결함을 어떻게 잡았는지는 6번에서 이미 보여줬다.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한계까지 적는다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잔여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42416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촬영 · 회귀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2416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실확장 확인은 8/20에 했다. 화면은 아직 한국어뿐이다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7440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7440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목록은 기기에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7440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재설치하면 초대 코드가 다시 필요하다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2464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2464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캘린더는 내 것만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52464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"상대의 빈 시간"이라고 말하지 않는다 — 우리는 모른다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57487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한계 · v2 1순위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57487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유형 축이 없다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57487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「동료 / 협력사 / 고객」을 가르는 손잡이가 없다. CRITICAL이면 상대가 누구든 같은 강도로 나간다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팀 용어집 자동 동기화 확대 · Slack/Teams 마크다운 문법 대응 · @channel 대량 알림 경고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96596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4884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8892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이미 잘 됩니다.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그다음을 만듭니다.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457200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S·AI — 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디자이너 1  ·  백엔드 2  ·  프론트엔드 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 피치덱</dc:title>
  <dc:subject>PptxGenJS Presentation</dc:subject>
  <dc:creator>사이 (Sai)</dc:creator>
  <cp:lastModifiedBy>사이 (Sai)</cp:lastModifiedBy>
  <cp:revision>1</cp:revision>
  <dcterms:created xsi:type="dcterms:W3CDTF">2026-08-19T06:39:33Z</dcterms:created>
  <dcterms:modified xsi:type="dcterms:W3CDTF">2026-08-19T06:39:33Z</dcterms:modified>
</cp:coreProperties>
</file>