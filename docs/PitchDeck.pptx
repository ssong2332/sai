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20"/>
    <p:sldId id="270" r:id="rId21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  <Relationship Id="rId20" Type="http://schemas.openxmlformats.org/officeDocument/2006/relationships/slide" Target="slides/slide14.xml"/>
  <Relationship Id="rId21" Type="http://schemas.openxmlformats.org/officeDocument/2006/relationships/slide" Target="slides/slide15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도입: "In Korean, 사이(sai) means the space between — between two people, between two time zones, between what you meant and what they read. So we wrote it S·AI." 세 기둥으로 이어갑니다 — Space(7개 언어·국경) · Sync(시차·회의 시간·퇴근 예약) · Style(긴급도·문체·용어집). 셋 다 뒤 슬라이드에서 화면으로 증명합니다. 로고의 두 바가 어긋났다 정렬되는 것이 이 제품이 하는 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말을 아낍니다. 두 번째 줄이 핵심입니다 — 톤 문제가 아니라 지시 내용이 바뀐 실측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구도를 "품질"이 아니라 "검증 유무"로 잡습니다. 품질로 싸우면 증명할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지점 = 작성 / 수신 / 발송. 하나의 확장 안에서 전부 일어납니다.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영상만 재생합니다. 말을 얹으면 화면을 안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결론은 한 줄입니다 — 정중함과 정확함 중 하나를 골라야 한다면 우리는 정확함을 택했습니다. "완곡한 쪽이 낫다"는 전제도 검증했습니다: 미국·호주·캐나다는 세계에서 가장 저맥락(low-context) 문화입니다(에린 마이어 컬처맵). 실제 비즈니스 가이드도 "직설이냐 정중이냐"가 아니라 "정중하되 마감을 구체적으로"를 권합니다. 한계도 같이 말합니다: 우리가 상정한 상대는 함께 일하는 해외 팀이지 영업 대상 고객이 아닙니다. 관계 유형(동료/협력사/고객) 축은 아직 없고, 12번 슬라이드에 v2 1순위로 적어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덱에서 가장 강한 슬라이드입니다. 전부 실측 사례라 구체적으로 답할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보안 질문이 나오면 이 슬라이드로 돌아옵니다.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로드맵을 앞당겼다는 점을 강조합니다. 대시보드는 목업이 아니라 실데이터입니다.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질문이 나오면: OpenAI gpt-4o를 씁니다. 개발 중에는 한도 때문에 Gemini로 붙여 두었다가, 교체 지점이 한 파일이라 프롬프트와 검증 로직은 그대로 두고 provider만 바꿨습니다. 키가 확장에 있느냐는 질문에는: 확장이 가진 것은 로그인 토큰뿐이고 키는 서버에만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물으면 출처를 그대로 읽습니다. 실사용자 데이터는 없다고 답합니다 — 10일 해커톤입니다.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먼저 말하면 질문이 공격이 아니라 대화가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A4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1417320" cy="105156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057400"/>
            <a:ext cx="1417320" cy="105156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896112" cy="105156"/>
          </a:xfrm>
          <a:prstGeom prst="rect">
            <a:avLst/>
          </a:prstGeom>
          <a:solidFill>
            <a:srgbClr val="EC3013"/>
          </a:solidFill>
          <a:ln w="12700">
            <a:solidFill>
              <a:srgbClr val="EC3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432304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-200" kern="0" dirty="0">
                <a:solidFill>
                  <a:srgbClr val="F2F4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 · AI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822960" y="404164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4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Bridging People, Time, and Space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4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업무 메시지 AI 교정 크롬 확장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AA4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2026.08.12 — 08.21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문제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번역은 됐는데, 관계가 상했다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487168"/>
            <a:ext cx="52728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5848" y="2487168"/>
            <a:ext cx="5272888" cy="1170432"/>
          </a:xfrm>
          <a:prstGeom prst="rect">
            <a:avLst/>
          </a:prstGeom>
          <a:solidFill>
            <a:srgbClr val="F2F4F6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700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쓴 것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944368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오늘까지 배포해야 합니다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70168" y="26334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상대가 받은 것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70168" y="2889504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rollout must be completed today.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70168" y="3282696"/>
            <a:ext cx="472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F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명령·질책으로 읽힘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858768"/>
            <a:ext cx="527288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5848" y="3858768"/>
            <a:ext cx="5272888" cy="1170432"/>
          </a:xfrm>
          <a:prstGeom prst="rect">
            <a:avLst/>
          </a:prstGeom>
          <a:solidFill>
            <a:srgbClr val="FDE8EC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0416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쓴 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4315968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기획서도 확인 부탁드려요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70168" y="40050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상대가 받은 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70168" y="4261104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Please review the product spec.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70168" y="4654296"/>
            <a:ext cx="472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다른 문서를 검토함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601675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F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줄은 실측이다.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「기획서」를 서로 다른 번역기가 product spec · project plan으로 옮겼다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F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톤이 아니라 무엇을 하라는지가 바뀌었다.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왜 기존 도구로 안 되나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아무도 "틀리지 않았는지"를 확인하지 않는다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332378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8437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번역기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" y="31363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변환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8992" y="3703320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톤·긴급도·상대 맥락이 없다. 결과를 검증하지 않는다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9658" y="2606040"/>
            <a:ext cx="3332378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5690" y="28437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문법 교정기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85690" y="31363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다듬기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85690" y="3703320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사이에서 생기는 오해는 다루지 않는다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36357" y="2606040"/>
            <a:ext cx="3332378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2389" y="28437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챗봇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92389" y="31363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되지만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92389" y="3703320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창을 옮겨야 하고, 회사 메시지를 붙여넣어야 한다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285232"/>
            <a:ext cx="50292" cy="914400"/>
          </a:xfrm>
          <a:prstGeom prst="rect">
            <a:avLst/>
          </a:prstGeom>
          <a:solidFill>
            <a:srgbClr val="FF6100"/>
          </a:solidFill>
          <a:ln w="12700">
            <a:solidFill>
              <a:srgbClr val="FF6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5230368"/>
            <a:ext cx="1027145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쓰던 창에서, 보내기 전에, 검증까지.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지점에서 끼어든다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332378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8437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보내기 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" y="31363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· 긴급도 · 역번역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8992" y="3703320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긴급도를 1차 판정하고, 상대에게 어떻게 읽히는지 되돌려 보여준다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9658" y="2606040"/>
            <a:ext cx="3332378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5690" y="28437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받은 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85690" y="31363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 해독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85690" y="3703320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직역 / 실제 의도 / 체감 긴급도 / 요구 행동 네 축으로 푼다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36357" y="2606040"/>
            <a:ext cx="3332378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2389" y="28437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보낼 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92389" y="31363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· 예약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92389" y="3703320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현지 시각과 공휴일을 보고 보낼 때를 제안한다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285232"/>
            <a:ext cx="50292" cy="914400"/>
          </a:xfrm>
          <a:prstGeom prst="rect">
            <a:avLst/>
          </a:prstGeom>
          <a:solidFill>
            <a:srgbClr val="FF6100"/>
          </a:solidFill>
          <a:ln w="12700">
            <a:solidFill>
              <a:srgbClr val="FF6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5230368"/>
            <a:ext cx="1027145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고쳐 주는 게 아니라, 보내기 전에 한 번 더 보여줍니다.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데모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 → 클릭 → 확인 → 적용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10545775" cy="3017520"/>
          </a:xfrm>
          <a:prstGeom prst="rect">
            <a:avLst/>
          </a:prstGeom>
          <a:solidFill>
            <a:srgbClr val="F2F4F6"/>
          </a:solidFill>
          <a:ln w="12700">
            <a:solidFill>
              <a:srgbClr val="DDE1E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22960" y="37033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65F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15초 시연 영상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65F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시 이 자리에 영상을 삽입한다. 재생 중에는 설명하지 않는다.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설계 판단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무조건 공손하게 풀지 않는가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993392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GPT에게 우리 결과와 다른 번역기를 나란히 놓고 채점시켰다. 원문: "배포는 반드시 오늘까지 해야 합니다."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487168"/>
            <a:ext cx="5135728" cy="11887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2615184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S·AI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0704" y="283464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deployment must be completed by the end of today.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0704" y="3401568"/>
            <a:ext cx="466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C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공손함 2/5  ·  긴급성 5/5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2487168"/>
            <a:ext cx="5135728" cy="1188720"/>
          </a:xfrm>
          <a:prstGeom prst="rect">
            <a:avLst/>
          </a:prstGeom>
          <a:solidFill>
            <a:srgbClr val="FDE8EC"/>
          </a:solidFill>
          <a:ln w="12700">
            <a:solidFill>
              <a:srgbClr val="FD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2615184"/>
            <a:ext cx="466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다른 번역기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70752" y="283464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Please ensure that the deployment is completed... appreciate your understanding.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70752" y="3401568"/>
            <a:ext cx="466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공손함 5/5  ·  긴급성 3/5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767328"/>
            <a:ext cx="1051560" cy="351495"/>
          </a:xfrm>
          <a:prstGeom prst="rect">
            <a:avLst/>
          </a:prstGeom>
          <a:solidFill>
            <a:srgbClr val="F2F4F6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767328"/>
            <a:ext cx="795528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74520" y="3767328"/>
            <a:ext cx="4747108" cy="351495"/>
          </a:xfrm>
          <a:prstGeom prst="rect">
            <a:avLst/>
          </a:prstGeom>
          <a:solidFill>
            <a:srgbClr val="F2F4F6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02536" y="3767328"/>
            <a:ext cx="4491076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spc="12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캐주얼 OFF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1628" y="3767328"/>
            <a:ext cx="4747108" cy="351495"/>
          </a:xfrm>
          <a:prstGeom prst="rect">
            <a:avLst/>
          </a:prstGeom>
          <a:solidFill>
            <a:srgbClr val="F2F4F6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9644" y="3767328"/>
            <a:ext cx="4491076" cy="351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spc="12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캐주얼 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4118823"/>
            <a:ext cx="1051560" cy="566928"/>
          </a:xfrm>
          <a:prstGeom prst="rect">
            <a:avLst/>
          </a:prstGeom>
          <a:solidFill>
            <a:srgbClr val="F2F4F6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118823"/>
            <a:ext cx="79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spc="12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74520" y="4118823"/>
            <a:ext cx="474710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02536" y="4118823"/>
            <a:ext cx="44910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must be completed by today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1628" y="4118823"/>
            <a:ext cx="474710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9644" y="4118823"/>
            <a:ext cx="44910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 need to deploy this by today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685751"/>
            <a:ext cx="1051560" cy="566928"/>
          </a:xfrm>
          <a:prstGeom prst="rect">
            <a:avLst/>
          </a:prstGeom>
          <a:solidFill>
            <a:srgbClr val="F2F4F6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4685751"/>
            <a:ext cx="795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spc="12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74520" y="4685751"/>
            <a:ext cx="474710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02536" y="4685751"/>
            <a:ext cx="44910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could you ensure… by today when you get a chance?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1628" y="4685751"/>
            <a:ext cx="474710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9644" y="4685751"/>
            <a:ext cx="44910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Hey, could you make sure to deploy this by today?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5435559"/>
            <a:ext cx="128016" cy="128016"/>
          </a:xfrm>
          <a:prstGeom prst="ellipse">
            <a:avLst/>
          </a:prstGeom>
          <a:solidFill>
            <a:srgbClr val="FF6100"/>
          </a:solidFill>
          <a:ln w="12700">
            <a:solidFill>
              <a:srgbClr val="FF6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33856" y="5344119"/>
            <a:ext cx="10234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강도는 사용자가 고른다 —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긴급도는 압박을, 캐주얼은 격식을 정한다. 마감(by today)은 네 칸 모두에 살아 있다.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" y="5760720"/>
            <a:ext cx="50292" cy="658368"/>
          </a:xfrm>
          <a:prstGeom prst="rect">
            <a:avLst/>
          </a:prstGeom>
          <a:solidFill>
            <a:srgbClr val="FF6100"/>
          </a:solidFill>
          <a:ln w="12700">
            <a:solidFill>
              <a:srgbClr val="FF6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" y="5724144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정중함과 정확함 중 하나를 골라야 한다면, 우리는 정확함을 택했습니다.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차별점 · 핵심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AI를 믿지 않습니다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5457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아래는 전부 개발 중 실제로 잡은 결함과 그에 대한 방어다.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487168"/>
            <a:ext cx="10545775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1518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역번역이 내 언어로 안 오면 감춘다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66360" y="2615184"/>
            <a:ext cx="6202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한→중 교정에서 역번역이 중국어로 나왔다. 내가 확인하려고 보는 칸인데 확인이 불가능해진다.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236976"/>
            <a:ext cx="10545775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6499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이름·호칭을 만들면 경고한다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66360" y="3364992"/>
            <a:ext cx="6202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수신자 「싱싱」이 중국어 교정에서 上晦先生/女士로 바뀌었다 — 없는 한자 이름과 성별 미상 호칭.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986784"/>
            <a:ext cx="10545775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1480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지어낸 마감·회의를 막는다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66360" y="4114800"/>
            <a:ext cx="6202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하지 않은 약속을 만들면 대괄호 자리표시자로 비워 두고, 코드가 원문과 대조한다.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736592"/>
            <a:ext cx="10545775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6460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실패하면 실패했다고 쓴다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66360" y="4864608"/>
            <a:ext cx="6202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원문을 그대로 두고 「교정하지 못했어요」를 띄운다. 번역 안 된 문장을 결과처럼 보여주지 않는다.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486400"/>
            <a:ext cx="10545775" cy="0"/>
          </a:xfrm>
          <a:prstGeom prst="line">
            <a:avLst/>
          </a:prstGeom>
          <a:noFill/>
          <a:ln w="12700">
            <a:solidFill>
              <a:srgbClr val="DDE1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607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49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확률적입니다. 그래서 프롬프트로 부탁하지 않고, 결과를 코드가 검사합니다.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차별점 · 신뢰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하는 것으로 지킨다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578608"/>
            <a:ext cx="182880" cy="182880"/>
          </a:xfrm>
          <a:prstGeom prst="ellipse">
            <a:avLst/>
          </a:prstGeom>
          <a:solidFill>
            <a:srgbClr val="009B64"/>
          </a:solidFill>
          <a:ln w="12700">
            <a:solidFill>
              <a:srgbClr val="009B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C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 Retention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2834640"/>
            <a:ext cx="101617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본문을 서버·DB·로그에 저장하지 않는다. 올라가는 것은 정수 카운트뿐이고, 전용 테스트가 이를 강제한다.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538728"/>
            <a:ext cx="182880" cy="182880"/>
          </a:xfrm>
          <a:prstGeom prst="ellipse">
            <a:avLst/>
          </a:prstGeom>
          <a:solidFill>
            <a:srgbClr val="009B64"/>
          </a:solidFill>
          <a:ln w="12700">
            <a:solidFill>
              <a:srgbClr val="009B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C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국가로 사람을 판단하지 않는다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7008" y="3794760"/>
            <a:ext cx="101617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참고하는 것은 「국민성」이 아니라 언어 사용 관례다. 코드 수준 금지 규칙으로 박아 두었다.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498848"/>
            <a:ext cx="182880" cy="182880"/>
          </a:xfrm>
          <a:prstGeom prst="ellipse">
            <a:avLst/>
          </a:prstGeom>
          <a:solidFill>
            <a:srgbClr val="009B64"/>
          </a:solidFill>
          <a:ln w="12700">
            <a:solidFill>
              <a:srgbClr val="009B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C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사람에게 점수를 매기지 않는다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07008" y="4754880"/>
            <a:ext cx="101617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소통 가이드는 고정된 서술형 태그뿐, 숫자·등급·순위가 없다.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5285232"/>
            <a:ext cx="50292" cy="914400"/>
          </a:xfrm>
          <a:prstGeom prst="rect">
            <a:avLst/>
          </a:prstGeom>
          <a:solidFill>
            <a:srgbClr val="FF6100"/>
          </a:solidFill>
          <a:ln w="12700">
            <a:solidFill>
              <a:srgbClr val="FF6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5230368"/>
            <a:ext cx="1027145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본문을 안 받으면 유출될 것도 없습니다.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 · 로드맵을 앞당김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팀에 쌓인 마찰이 숫자가 된다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0545775" cy="566928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86000"/>
            <a:ext cx="99971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 Index  =  100 − ( 마찰 ÷ 다듬은 메시지 ) × 100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3332378" cy="1783080"/>
          </a:xfrm>
          <a:prstGeom prst="rect">
            <a:avLst/>
          </a:prstGeom>
          <a:solidFill>
            <a:srgbClr val="E5F4EE"/>
          </a:solidFill>
          <a:ln w="12700">
            <a:solidFill>
              <a:srgbClr val="E5F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33009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긍정 신호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35935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C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78992" y="4160520"/>
            <a:ext cx="282031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명확한 요청으로 교정됨 · 예약 제안 수락 · 민감정보 전송을 막음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29658" y="3063240"/>
            <a:ext cx="3332378" cy="1783080"/>
          </a:xfrm>
          <a:prstGeom prst="rect">
            <a:avLst/>
          </a:prstGeom>
          <a:solidFill>
            <a:srgbClr val="FDE8EC"/>
          </a:solidFill>
          <a:ln w="12700">
            <a:solidFill>
              <a:srgbClr val="FD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5690" y="33009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마찰 신호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85690" y="35935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85690" y="4160520"/>
            <a:ext cx="282031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 소지 표현 · 하소연 · 오프타임 강행 · 긴급도 불일치 · 기한 누락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36357" y="3063240"/>
            <a:ext cx="3332378" cy="1783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2389" y="33009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집계 단위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92389" y="35935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· 조직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92389" y="4160520"/>
            <a:ext cx="282031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개인별로 나뉘지 않는다. 누가 냈는지는 저장하지 않는다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601675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이미 내리고 있던 판정을 세는 것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F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 — 새 추론을 만들지 않았다.  명세는 이 기능을 v2로 잡았지만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기간에 구현·배포했다.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아키텍처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호출, 교체 가능한 모델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200400" cy="1737360"/>
          </a:xfrm>
          <a:prstGeom prst="rect">
            <a:avLst/>
          </a:prstGeom>
          <a:solidFill>
            <a:srgbClr val="F2F4F6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596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크롬 확장 (MV3)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29260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In-page 팝업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 Panel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18 · Vite 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377440"/>
            <a:ext cx="3200400" cy="1737360"/>
          </a:xfrm>
          <a:prstGeom prst="rect">
            <a:avLst/>
          </a:prstGeom>
          <a:solidFill>
            <a:srgbClr val="F2F4F6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2596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83480" y="29260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Functions  /refineV1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          /teamV1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Firestore  카운트·용어집만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0" y="2377440"/>
            <a:ext cx="2651760" cy="1737360"/>
          </a:xfrm>
          <a:prstGeom prst="rect">
            <a:avLst/>
          </a:prstGeom>
          <a:solidFill>
            <a:srgbClr val="FFEFE5"/>
          </a:solidFill>
          <a:ln w="12700">
            <a:solidFill>
              <a:srgbClr val="DDE1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15400" y="2596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15400" y="29260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(교체 가능)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23360" y="3246120"/>
            <a:ext cx="731520" cy="0"/>
          </a:xfrm>
          <a:prstGeom prst="line">
            <a:avLst/>
          </a:prstGeom>
          <a:noFill/>
          <a:ln w="19050">
            <a:solidFill>
              <a:srgbClr val="565F6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55280" y="3246120"/>
            <a:ext cx="731520" cy="0"/>
          </a:xfrm>
          <a:prstGeom prst="line">
            <a:avLst/>
          </a:prstGeom>
          <a:noFill/>
          <a:ln w="19050">
            <a:solidFill>
              <a:srgbClr val="565F6D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023360" y="2834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call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4389120"/>
            <a:ext cx="128016" cy="128016"/>
          </a:xfrm>
          <a:prstGeom prst="ellipse">
            <a:avLst/>
          </a:prstGeom>
          <a:solidFill>
            <a:srgbClr val="FF6100"/>
          </a:solidFill>
          <a:ln w="12700">
            <a:solidFill>
              <a:srgbClr val="FF6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4297680"/>
            <a:ext cx="10234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통합 호출 —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교정·긴급도·역번역·용어집·누락 검사를 한 번에 받는다.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919472"/>
            <a:ext cx="128016" cy="128016"/>
          </a:xfrm>
          <a:prstGeom prst="ellipse">
            <a:avLst/>
          </a:prstGeom>
          <a:solidFill>
            <a:srgbClr val="FF6100"/>
          </a:solidFill>
          <a:ln w="12700">
            <a:solidFill>
              <a:srgbClr val="FF6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4828032"/>
            <a:ext cx="10234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한도에 걸려도 멈추지 않는다 —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OpenAI. 한도에 걸리면 Gemini → gpt-4.1로 자동으로 넘어간다. 같은 payload·같은 반환 계약을 쓰기 때문이고, 어느 쪽이 답했는지는 응답에 남는다.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449824"/>
            <a:ext cx="128016" cy="128016"/>
          </a:xfrm>
          <a:prstGeom prst="ellipse">
            <a:avLst/>
          </a:prstGeom>
          <a:solidFill>
            <a:srgbClr val="FF6100"/>
          </a:solidFill>
          <a:ln w="12700">
            <a:solidFill>
              <a:srgbClr val="FF6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3856" y="5358384"/>
            <a:ext cx="10234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키는 확장에 없다 —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확장이 가진 것은 로그인 토큰뿐이고 LLM 키는 서버에만 있다. 서버가 토큰을 검증하고 사용자별 일일 상한까지 센다.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5980176"/>
            <a:ext cx="128016" cy="128016"/>
          </a:xfrm>
          <a:prstGeom prst="ellipse">
            <a:avLst/>
          </a:prstGeom>
          <a:solidFill>
            <a:srgbClr val="FF6100"/>
          </a:solidFill>
          <a:ln w="12700">
            <a:solidFill>
              <a:srgbClr val="FF6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3856" y="5888736"/>
            <a:ext cx="10234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코어 —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로직이 네트워크를 모르는 순수 함수라 확장과 서버가 같은 코드를 쓴다.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전부 출처가 있다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2430704" cy="0"/>
          </a:xfrm>
          <a:prstGeom prst="line">
            <a:avLst/>
          </a:prstGeom>
          <a:noFill/>
          <a:ln w="31750">
            <a:solidFill>
              <a:srgbClr val="191F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61488"/>
            <a:ext cx="243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584448"/>
            <a:ext cx="243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테스트 통과 / 0 실패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7984" y="2606040"/>
            <a:ext cx="2430704" cy="0"/>
          </a:xfrm>
          <a:prstGeom prst="line">
            <a:avLst/>
          </a:prstGeom>
          <a:noFill/>
          <a:ln w="31750">
            <a:solidFill>
              <a:srgbClr val="191F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7984" y="2761488"/>
            <a:ext cx="243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27984" y="3584448"/>
            <a:ext cx="243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언어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7984" y="406908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zh ja de fr es ko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3008" y="2606040"/>
            <a:ext cx="2430704" cy="0"/>
          </a:xfrm>
          <a:prstGeom prst="line">
            <a:avLst/>
          </a:prstGeom>
          <a:noFill/>
          <a:ln w="31750">
            <a:solidFill>
              <a:srgbClr val="191F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008" y="2761488"/>
            <a:ext cx="243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/ 52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33008" y="3584448"/>
            <a:ext cx="243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태스크 구현 완료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3008" y="406908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docs/Tasks.md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38031" y="2606040"/>
            <a:ext cx="2430704" cy="0"/>
          </a:xfrm>
          <a:prstGeom prst="line">
            <a:avLst/>
          </a:prstGeom>
          <a:noFill/>
          <a:ln w="31750">
            <a:solidFill>
              <a:srgbClr val="191F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38031" y="2761488"/>
            <a:ext cx="243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938031" y="3584448"/>
            <a:ext cx="243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 저장된 메시지 본문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38031" y="406908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test/zeroRetention.test.js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4892040"/>
            <a:ext cx="1371600" cy="310896"/>
          </a:xfrm>
          <a:prstGeom prst="rect">
            <a:avLst/>
          </a:prstGeom>
          <a:solidFill>
            <a:srgbClr val="FFEFE5"/>
          </a:solidFill>
          <a:ln w="12700">
            <a:solidFill>
              <a:srgbClr val="FFEF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92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구현 완료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31720" y="4892040"/>
            <a:ext cx="1645920" cy="310896"/>
          </a:xfrm>
          <a:prstGeom prst="rect">
            <a:avLst/>
          </a:prstGeom>
          <a:solidFill>
            <a:srgbClr val="E5F4EE"/>
          </a:solidFill>
          <a:ln w="12700">
            <a:solidFill>
              <a:srgbClr val="E5F4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4892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검증 진행 중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601675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「버그 0」이라고 쓰지 않는다.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F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결함을 어떻게 잡았는지는 6번에서 이미 보여줬다.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남은 것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알려진 한계까지 적는다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2430704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825496"/>
            <a:ext cx="199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잔여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42416" y="3090672"/>
            <a:ext cx="199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촬영 · 회귀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2416" y="3675888"/>
            <a:ext cx="199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실확장 확인은 8/20에 했다. 화면은 아직 한국어뿐이다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7984" y="2606040"/>
            <a:ext cx="2430704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7440" y="2825496"/>
            <a:ext cx="199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알려진 한계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47440" y="3090672"/>
            <a:ext cx="199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목록은 기기에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7440" y="3675888"/>
            <a:ext cx="199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재설치하면 초대 코드가 다시 필요하다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3008" y="2606040"/>
            <a:ext cx="2430704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2464" y="2825496"/>
            <a:ext cx="199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알려진 한계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52464" y="3090672"/>
            <a:ext cx="199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캘린더는 내 것만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52464" y="3675888"/>
            <a:ext cx="199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"상대의 빈 시간"이라고 말하지 않는다 — 우리는 모른다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38031" y="2606040"/>
            <a:ext cx="2430704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7487" y="2825496"/>
            <a:ext cx="199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한계 · v2 1순위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57487" y="3090672"/>
            <a:ext cx="199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유형 축이 없다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57487" y="3675888"/>
            <a:ext cx="199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「동료 / 협력사 / 고객」을 가르는 손잡이가 없다. CRITICAL이면 상대가 누구든 같은 강도로 나간다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601675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F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팀 용어집 자동 동기화 확대 · Slack/Teams 마크다운 문법 대응 · @channel 대량 알림 경고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A4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965960"/>
            <a:ext cx="1417320" cy="105156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148840"/>
            <a:ext cx="1417320" cy="105156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31720"/>
            <a:ext cx="896112" cy="105156"/>
          </a:xfrm>
          <a:prstGeom prst="rect">
            <a:avLst/>
          </a:prstGeom>
          <a:solidFill>
            <a:srgbClr val="EC3013"/>
          </a:solidFill>
          <a:ln w="12700">
            <a:solidFill>
              <a:srgbClr val="EC3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8892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2F4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번역은 이미 잘 됩니다.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2F4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그다음을 만듭니다.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4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S·AI — Bridging People, Time, and Space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4406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AA4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Chrome 확장 · Firebase · OpenAI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시장과 수익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통역을 둘 수 없는 중간지대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332378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8437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시장 단위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" y="31363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협업 팀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8992" y="3703320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기계번역 시장이 곧 우리 시장은 아니다. 번역기를 만들지 않는다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9658" y="2606040"/>
            <a:ext cx="3332378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5690" y="28437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국내 규모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85690" y="31363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25,953개사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85690" y="3703320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수출 시장 신규 진입 — 최근 5년 내 최대치다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36357" y="2606040"/>
            <a:ext cx="3332378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2389" y="28437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수익 구조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92389" y="31363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3층 설계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92389" y="3703320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무료 · 팀 구독(용어집·대시보드·보안) · 인앱 포인트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285232"/>
            <a:ext cx="50292" cy="914400"/>
          </a:xfrm>
          <a:prstGeom prst="rect">
            <a:avLst/>
          </a:prstGeom>
          <a:solidFill>
            <a:srgbClr val="FF6100"/>
          </a:solidFill>
          <a:ln w="12700">
            <a:solidFill>
              <a:srgbClr val="FF6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5230368"/>
            <a:ext cx="1027145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통역은 못 두고, 틀려도 되지는 않는다.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F4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 전략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개인에서 시작해 팀으로 번진다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332378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8437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확산 구조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" y="31363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Bottom-up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8992" y="3703320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 없이 설치된다. 용어집·수신자 설정이 팀으로 번진다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9658" y="2606040"/>
            <a:ext cx="3332378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5690" y="28437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초기 타깃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85690" y="31363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조직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85690" y="3703320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리뷰·장애 대응은 오해의 비용이 즉시 드러난다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36357" y="2606040"/>
            <a:ext cx="3332378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2389" y="2843784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6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경쟁 우위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92389" y="3136392"/>
            <a:ext cx="28203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해자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92389" y="3703320"/>
            <a:ext cx="282031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Grammarly는 내 글을 다듬고, 우리는 수신자를 쌓는다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285232"/>
            <a:ext cx="50292" cy="914400"/>
          </a:xfrm>
          <a:prstGeom prst="rect">
            <a:avLst/>
          </a:prstGeom>
          <a:solidFill>
            <a:srgbClr val="FF6100"/>
          </a:solidFill>
          <a:ln w="12700">
            <a:solidFill>
              <a:srgbClr val="FF6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5230368"/>
            <a:ext cx="1027145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b="1" dirty="0">
                <a:solidFill>
                  <a:srgbClr val="191F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기능은 베껴도 실측 규칙은 못 베낀다.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사이 피치덱</dc:title>
  <dc:subject>PptxGenJS Presentation</dc:subject>
  <dc:creator>사이 (Sai)</dc:creator>
  <cp:lastModifiedBy>사이 (Sai)</cp:lastModifiedBy>
  <cp:revision>1</cp:revision>
  <dcterms:created xsi:type="dcterms:W3CDTF">2026-08-19T06:39:33Z</dcterms:created>
  <dcterms:modified xsi:type="dcterms:W3CDTF">2026-08-19T06:39:33Z</dcterms:modified>
</cp:coreProperties>
</file>